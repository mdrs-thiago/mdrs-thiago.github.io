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fa4a78c1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fa4a78c1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fa4a78c1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fa4a78c1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5fa4a78c1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5fa4a78c1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5fa4a78c1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5fa4a78c1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5fa4a78c16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5fa4a78c16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5fa4a78c1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5fa4a78c1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5fa4a78c1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5fa4a78c1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Word Embedding</a:t>
            </a:r>
            <a:endParaRPr b="1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Um word embedding </a:t>
            </a:r>
            <a:r>
              <a:rPr lang="pt-BR"/>
              <a:t>é definido como uma função que mapeia uma palavra em uma representação vetorial </a:t>
            </a:r>
            <a:r>
              <a:rPr b="1" lang="pt-BR"/>
              <a:t>densa</a:t>
            </a:r>
            <a:r>
              <a:rPr lang="pt-BR"/>
              <a:t>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ideia principal </a:t>
            </a:r>
            <a:r>
              <a:rPr lang="pt-BR"/>
              <a:t>é criar um classificador que, dada uma palavra de interesse, indicar quais são as palavras vizinhas mais prováveis (ou vice-versa).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Entretanto, não estamos interessados no classificador, mas sim na representação interna (estado oculto) deste modelo.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word2vec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7321" y="1152475"/>
            <a:ext cx="6368030" cy="3771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Continuous Bag of Words</a:t>
            </a:r>
            <a:endParaRPr b="1"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Dada a seguinte frase:</a:t>
            </a:r>
            <a:endParaRPr/>
          </a:p>
          <a:p>
            <a:pPr indent="457200" lvl="0" marL="18288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“[...] o cachorro </a:t>
            </a:r>
            <a:r>
              <a:rPr b="1" lang="pt-BR"/>
              <a:t>corre</a:t>
            </a:r>
            <a:r>
              <a:rPr lang="pt-BR"/>
              <a:t> no parque”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A ideia do CBOW (Continuous Bag of Words) </a:t>
            </a:r>
            <a:r>
              <a:rPr lang="pt-BR"/>
              <a:t>é prever a palavra central dado todo o contexto ao redor.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Skip-gram</a:t>
            </a:r>
            <a:endParaRPr b="1"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Dada a seguinte frase:</a:t>
            </a:r>
            <a:endParaRPr/>
          </a:p>
          <a:p>
            <a:pPr indent="457200" lvl="0" marL="18288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“[...] o cachorro </a:t>
            </a:r>
            <a:r>
              <a:rPr b="1" lang="pt-BR"/>
              <a:t>corre</a:t>
            </a:r>
            <a:r>
              <a:rPr lang="pt-BR"/>
              <a:t> no parque”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A ideia do Skip-Gram é prever, dada a palavra central, quais s</a:t>
            </a:r>
            <a:r>
              <a:rPr lang="pt-BR"/>
              <a:t>ão aquelas palavras ao redor</a:t>
            </a:r>
            <a:r>
              <a:rPr lang="pt-BR"/>
              <a:t>.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modelo, ao treinar, tem como objetivo otimizar a probabilidade de corretamente identificar as palavras ao redor (i.e., maximizar p(w</a:t>
            </a:r>
            <a:r>
              <a:rPr b="1" lang="pt-BR"/>
              <a:t>t+j</a:t>
            </a:r>
            <a:r>
              <a:rPr lang="pt-BR"/>
              <a:t>|w</a:t>
            </a:r>
            <a:r>
              <a:rPr b="1" lang="pt-BR"/>
              <a:t>t</a:t>
            </a:r>
            <a:r>
              <a:rPr lang="pt-BR"/>
              <a:t>))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Para dar uma maior robustez, o modelo tem com objetivo n</a:t>
            </a:r>
            <a:r>
              <a:rPr lang="pt-BR"/>
              <a:t>ão apenas maximizar estas probabilidades de palavras ao redor, mas também minimizar a probabilidade de palavras que não deveriam ser próximas (noise data).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Exemplos positivos: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	(“parque”, “cachorro”), (“tutor”, “cachorro”)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/>
              <a:t>Exemplos negativos: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	(“computador”, “cachorro”), (“m</a:t>
            </a:r>
            <a:r>
              <a:rPr lang="pt-BR"/>
              <a:t>ágico”, “cachorro”)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